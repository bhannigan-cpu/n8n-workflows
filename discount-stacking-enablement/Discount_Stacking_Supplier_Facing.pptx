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Discount stacking: what suppliers need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A8C0CC"/>
                </a:solidFill>
                <a:latin typeface="Calibri"/>
              </a:rPr>
              <a:t>Effective Monday, November 9, 2026  ·  Everyday B2B &amp; item-level deals now apply on top of live promotional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74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F6B6B"/>
                </a:solidFill>
                <a:latin typeface="Calibri"/>
              </a:rPr>
              <a:t>SUPPLIER-FACING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5669280" cy="73152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F6B6B"/>
                </a:solidFill>
                <a:latin typeface="Calibri"/>
              </a:rPr>
              <a:t>WHAT'S CHANGING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Today: the deepest active discount wins. A deep B2C promo can erase your Everyday B2B advantage—Pro customers may see no extra savings vs. consumers.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C3A4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Starting Nov 9: Everyday B2B discounts stack on top of the live B2C promotional cost. Flash Deals, Deals of the Day, and Doorbusters also stack on the live B2C promo.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C3A4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This is a backend calculation change. You still manage Everyday B2B in Pricing Home—same tool, clearer results during events.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051560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051560"/>
            <a:ext cx="5669280" cy="73152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F6B6B"/>
                </a:solidFill>
                <a:latin typeface="Calibri"/>
              </a:rPr>
              <a:t>HOW THE MATH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B78"/>
                </a:solidFill>
                <a:latin typeface="Calibri"/>
              </a:rPr>
              <a:t>Example with a $100 base cost and a 10% event promo: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965960"/>
            <a:ext cx="1737360" cy="1143000"/>
          </a:xfrm>
          <a:prstGeom prst="rect">
            <a:avLst/>
          </a:prstGeom>
          <a:solidFill>
            <a:srgbClr val="E6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6B6B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Base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3"/>
                </a:solidFill>
                <a:latin typeface="Calibri"/>
              </a:rPr>
              <a:t>$100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965960"/>
            <a:ext cx="1737360" cy="1143000"/>
          </a:xfrm>
          <a:prstGeom prst="rect">
            <a:avLst/>
          </a:prstGeom>
          <a:solidFill>
            <a:srgbClr val="E6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2057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6B6B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B2C promo (−10%)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3"/>
                </a:solidFill>
                <a:latin typeface="Calibri"/>
              </a:rPr>
              <a:t>$90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1965960"/>
            <a:ext cx="1737360" cy="1143000"/>
          </a:xfrm>
          <a:prstGeom prst="rect">
            <a:avLst/>
          </a:prstGeom>
          <a:solidFill>
            <a:srgbClr val="E6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19" y="2057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6B6B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19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B78"/>
                </a:solidFill>
                <a:latin typeface="Calibri"/>
              </a:rPr>
              <a:t>Everyday B2B (−5% of $90)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19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3"/>
                </a:solidFill>
                <a:latin typeface="Calibri"/>
              </a:rPr>
              <a:t>$85.50 Pro 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20440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520440"/>
            <a:ext cx="5669280" cy="73152"/>
          </a:xfrm>
          <a:prstGeom prst="rect">
            <a:avLst/>
          </a:prstGeom>
          <a:solidFill>
            <a:srgbClr val="0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F6B6B"/>
                </a:solidFill>
                <a:latin typeface="Calibri"/>
              </a:rPr>
              <a:t>IMPORTANT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• Everyday B2B stacks on the live event cost—not the other way around.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• Flash / DOTD / Doorbusters stack on the B2C promo, not on Everyday B2B. The customer gets the lower of the two.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• Event, weekend, and superroom discounts still do not stack with each other.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• The B2B column in promo rooms is going away. Pro pricing must live as Everyday B2B in Pricing Home.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• Keep B2C promotional depth and Everyday B2B as separate decisions—don't thin event discounts to "fund" Pro pricing.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520440"/>
            <a:ext cx="5669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520440"/>
            <a:ext cx="5669280" cy="73152"/>
          </a:xfrm>
          <a:prstGeom prst="rect">
            <a:avLst/>
          </a:prstGeom>
          <a:solidFill>
            <a:srgbClr val="B56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6A0F"/>
                </a:solidFill>
                <a:latin typeface="Calibri"/>
              </a:rPr>
              <a:t>WHAT YOU SHOULD DO BEFORE NOV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977639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1. Review your Everyday B2B discount in Pricing Home. Whatever is set on Nov 9 is what will stack during promotions.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2. Use net cost visibility in Partner Home / Pricing Home (live early October) to see how discounts combine.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3. Adjust anytime—changes take effect immediately. If you want your investment during events to match what you've typically delivered, update Everyday B2B to that level.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C3A47"/>
                </a:solidFill>
                <a:latin typeface="Calibri"/>
              </a:rPr>
              <a:t>4. Join the supplier webinar: Tuesday, October 13 · 11:00 AM ET (bring pricing/finance leads).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989320"/>
            <a:ext cx="11521440" cy="64008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0533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1F33"/>
                </a:solidFill>
                <a:latin typeface="Calibri"/>
              </a:rPr>
              <a:t>Key dates:  Sep 28 — supplier notice (Growth@)   ·   Early Oct — net cost visibility in Partner Home   ·   Oct 13, 11am ET — supplier webinar   ·   Nov 9 — stacking go-live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